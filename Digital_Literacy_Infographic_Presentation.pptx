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937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</a:rPr>
              <a:t>Digital Literacy for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</a:rPr>
              <a:t>Prepared by: Hardik Rajpal | Reg No: 25BMR10003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583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D4ED8"/>
                </a:solidFill>
              </a:rPr>
              <a:t>What is Digital Literacy?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Digital literacy means the ability to use digital devices, websites, apps, and online tools properly, safely, and effectively.</a:t>
            </a:r>
          </a:p>
        </p:txBody>
      </p:sp>
      <p:pic>
        <p:nvPicPr>
          <p:cNvPr id="4" name="Picture 3" descr="w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583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D4ED8"/>
                </a:solidFill>
              </a:rPr>
              <a:t>Why is Digital Literacy Important?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Helps students learn better online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Improves communication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Builds confidence with digital tools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Keeps students safe on the internet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Creates a positive online presence</a:t>
            </a:r>
          </a:p>
        </p:txBody>
      </p:sp>
      <p:pic>
        <p:nvPicPr>
          <p:cNvPr id="4" name="Picture 3" descr="w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583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D4ED8"/>
                </a:solidFill>
              </a:rPr>
              <a:t>1. Information Literacy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Searching information online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Using trusted sources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Avoiding fake or misleading content</a:t>
            </a:r>
          </a:p>
        </p:txBody>
      </p:sp>
      <p:pic>
        <p:nvPicPr>
          <p:cNvPr id="4" name="Picture 3" descr="inf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583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D4ED8"/>
                </a:solidFill>
              </a:rPr>
              <a:t>2. Communication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Writing emails properly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Joining online classes respectfully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Using digital communication tools effectively</a:t>
            </a:r>
          </a:p>
        </p:txBody>
      </p:sp>
      <p:pic>
        <p:nvPicPr>
          <p:cNvPr id="4" name="Picture 3" descr="co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583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D4ED8"/>
                </a:solidFill>
              </a:rPr>
              <a:t>3. Technical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Using devices and software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Working with websites and online tools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Basic understanding of digital platforms</a:t>
            </a:r>
          </a:p>
        </p:txBody>
      </p:sp>
      <p:pic>
        <p:nvPicPr>
          <p:cNvPr id="4" name="Picture 3" descr="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583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D4ED8"/>
                </a:solidFill>
              </a:rPr>
              <a:t>4. Online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Creating strong passwords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Avoiding phishing and scams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Keeping personal information safe</a:t>
            </a:r>
          </a:p>
        </p:txBody>
      </p:sp>
      <p:pic>
        <p:nvPicPr>
          <p:cNvPr id="4" name="Picture 3" descr="sa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583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D4ED8"/>
                </a:solidFill>
              </a:rPr>
              <a:t>5. Digital Responsibility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Respecting others online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Using social media wisely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Thinking before posting</a:t>
            </a:r>
          </a:p>
        </p:txBody>
      </p:sp>
      <p:pic>
        <p:nvPicPr>
          <p:cNvPr id="4" name="Picture 3" descr="respons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583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D4ED8"/>
                </a:solidFill>
              </a:rPr>
              <a:t>Common Digital Tools Used by Students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Gmail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Google Forms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GitHub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Google Classroom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Canva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Coding Platforms</a:t>
            </a:r>
          </a:p>
        </p:txBody>
      </p:sp>
      <p:pic>
        <p:nvPicPr>
          <p:cNvPr id="4" name="Picture 3" descr="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583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D4ED8"/>
                </a:solidFill>
              </a:rPr>
              <a:t>Safety 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Never share your OTP or password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Check links before clicking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Use strong passwords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Keep your apps and devices updated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Avoid sharing too much personal information online</a:t>
            </a:r>
          </a:p>
        </p:txBody>
      </p:sp>
      <p:pic>
        <p:nvPicPr>
          <p:cNvPr id="4" name="Picture 3" descr="t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583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D4ED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Digital literacy is an important life skill for students.</a:t>
            </a:r>
          </a:p>
          <a:p>
            <a:pPr>
              <a:spcAft>
                <a:spcPts val="1200"/>
              </a:spcAft>
              <a:defRPr sz="2200">
                <a:solidFill>
                  <a:srgbClr val="212529"/>
                </a:solidFill>
              </a:defRPr>
            </a:pPr>
            <a:r>
              <a:t>It helps us use technology in a safe, smart, and responsible way.</a:t>
            </a:r>
          </a:p>
        </p:txBody>
      </p:sp>
      <p:pic>
        <p:nvPicPr>
          <p:cNvPr id="4" name="Picture 3" descr="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