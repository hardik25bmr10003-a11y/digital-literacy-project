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Digital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Hardik Rajpal</a:t>
            </a:r>
          </a:p>
          <a:p>
            <a:r>
              <a:t>B.Tech Student</a:t>
            </a:r>
          </a:p>
          <a:p>
            <a:r>
              <a:t>VIT Bhopal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Hello, my name is Hardik Rajpal.</a:t>
            </a:r>
          </a:p>
          <a:p>
            <a:r>
              <a:t>I am pursuing B.Tech at VIT Bhopal University.</a:t>
            </a:r>
          </a:p>
          <a:p>
            <a:r>
              <a:t>Interested in learning new technologies and improving technical skills.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Hardik Rajpal</a:t>
            </a:r>
          </a:p>
          <a:p>
            <a:r>
              <a:t>Registration Number: 25BMR10003</a:t>
            </a:r>
          </a:p>
          <a:p>
            <a:r>
              <a:t>University: VIT Bhopal University</a:t>
            </a:r>
          </a:p>
          <a:p>
            <a:r>
              <a:t>Program: B.Tech</a:t>
            </a:r>
          </a:p>
          <a:p>
            <a:r>
              <a:t>Course: CSE0001 – Digital Literacy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Career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improve technical knowledge, communication skills, and digital awareness.</a:t>
            </a:r>
          </a:p>
          <a:p>
            <a:r>
              <a:t>To grow academically and prepare for future career opportunities.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Skills:</a:t>
            </a:r>
          </a:p>
          <a:p>
            <a:r>
              <a:t>- Basic Programming</a:t>
            </a:r>
          </a:p>
          <a:p>
            <a:r>
              <a:t>- Problem Solving</a:t>
            </a:r>
          </a:p>
          <a:p>
            <a:r>
              <a:t>- Internet Research</a:t>
            </a:r>
          </a:p>
          <a:p>
            <a:r>
              <a:t>- Digital Tools</a:t>
            </a:r>
          </a:p>
          <a:p/>
          <a:p>
            <a:r>
              <a:t>Personal Skills:</a:t>
            </a:r>
          </a:p>
          <a:p>
            <a:r>
              <a:t>- Communication</a:t>
            </a:r>
          </a:p>
          <a:p>
            <a:r>
              <a:t>- Team Collaboration</a:t>
            </a:r>
          </a:p>
          <a:p>
            <a:r>
              <a:t>- Adaptability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GitHub</a:t>
            </a:r>
          </a:p>
          <a:p>
            <a:r>
              <a:t>Google Docs</a:t>
            </a:r>
          </a:p>
          <a:p>
            <a:r>
              <a:t>Google Forms</a:t>
            </a:r>
          </a:p>
          <a:p>
            <a:r>
              <a:t>Canva</a:t>
            </a:r>
          </a:p>
          <a:p>
            <a:r>
              <a:t>MS PowerPoint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Interests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</a:t>
            </a:r>
          </a:p>
          <a:p>
            <a:r>
              <a:t>Technology</a:t>
            </a:r>
          </a:p>
          <a:p>
            <a:r>
              <a:t>Digital Communication</a:t>
            </a:r>
          </a:p>
          <a:p>
            <a:r>
              <a:t>Cyber Safety</a:t>
            </a:r>
          </a:p>
          <a:p>
            <a:r>
              <a:t>Online Learning 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Activities &amp;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Digital literacy assignments</a:t>
            </a:r>
          </a:p>
          <a:p>
            <a:r>
              <a:t>- Email writing practice</a:t>
            </a:r>
          </a:p>
          <a:p>
            <a:r>
              <a:t>- Online safety learning</a:t>
            </a:r>
          </a:p>
          <a:p>
            <a:r>
              <a:t>- Exploring digital platforms</a:t>
            </a:r>
          </a:p>
          <a:p>
            <a:r>
              <a:t>- Presentation skills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 coding skills</a:t>
            </a:r>
          </a:p>
          <a:p>
            <a:r>
              <a:t>- Build projects</a:t>
            </a:r>
          </a:p>
          <a:p>
            <a:r>
              <a:t>- Learn new tools</a:t>
            </a:r>
          </a:p>
          <a:p>
            <a:r>
              <a:t>- Prepare for internships</a:t>
            </a:r>
          </a:p>
          <a:p>
            <a:r>
              <a:t>- Build strong professional profile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portfolio represents my skills, goals, and learning journey.</a:t>
            </a:r>
          </a:p>
          <a:p>
            <a:r>
              <a:t>It highlights my growth and future aspirations.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